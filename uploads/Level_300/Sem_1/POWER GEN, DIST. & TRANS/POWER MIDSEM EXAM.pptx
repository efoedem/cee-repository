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C4B7-54F6-4304-8AF5-D73244EE0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9C8C7-2391-B6C6-5CE7-BC95EC9AB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1F5A-670F-A5CD-4328-1B0DAB91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F4562-42A0-F422-528E-C9C077DA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B7FB1-9FD2-7EA0-1E85-4BC6812B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5306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1134-D098-A22A-A129-AB8808A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EF027-B8CB-B13F-D330-AC4B979CE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88F30-B5BC-7737-7907-219EFC86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9F021-4B48-A2DC-C201-14E8B464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0095B-67A1-BB89-2831-4536DCF4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7554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F036-1347-6DDB-DF2B-365358CE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51900-A0DC-C24C-E2A2-8F06BADC2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FC129-5210-0075-6A1E-2F5BC622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64E47-3382-409D-E822-CE62D660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DB45-81E5-C166-3593-E312C1DE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4529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01EB-21FF-89CD-6FCE-649932BB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CAB0E-F996-C378-4A74-18596D060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EA1E4-D611-B296-12F8-81A7A2B9A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77E0-1F22-DE99-095C-85513CA3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BCF20-0452-6A95-AF1F-BA7B1BE5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668D8-F3BB-82A3-BDD7-17F36DF6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9624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0042-558D-8B35-9317-CC792208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7AD7-6B0D-9399-E892-98E59750C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BF9D4-31BF-1E16-BD4E-BB356F317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90DF1-1B59-BF71-2807-68F735767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0D74C9-F6F3-497E-D5BA-ECDE223AA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53166-4EE7-DB21-7B40-4A9A3B42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FC64F-1726-8E83-2553-F8A77A033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570BE-1154-2B0F-5CAA-1E977661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0957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DD85-14D4-D892-7F3F-85EA86CF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F4560F-DA3E-4DB7-8B46-ABC2B2E3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76FCD-0EC2-86C0-90C5-FB8139E4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10E2D-52F8-F41C-B6F3-8C60D3D6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3373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7E4B-26FF-3419-0ACD-7FC49BB9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8DD1F-67EF-0D40-37AB-33C00926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A52AC-F5A6-AC21-650D-41946662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8842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89EC-8465-4910-E144-611D41C6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33D9C-2FB3-099C-E450-D19187411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4AF55-2DE8-BC73-7D71-B1090A447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E6382-78E1-7A21-79A1-C00A5388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D9428-B130-1A67-851E-46C3E76C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3563B-9FED-33C2-3998-F40CBC1A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2476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5C96-02E5-9659-C0F6-B5F76C88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D8611-DDC4-D73E-ADAF-66FFF008F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930AF-5B69-316A-F3B5-998B2943A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DA4D7-10EE-9A98-9B52-543F1E3C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A42C0-AEA7-B2B7-17C7-0D3709C5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F47D1-E479-2012-E808-9B5871D3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0823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F100-9685-4983-E918-DE9E6AB9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990AD-11F4-D1D5-8F6B-112866796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1591-6B6D-1D21-4B1A-F5F41CB0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9FDF4-9777-05D3-0151-9BF449ED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BEAB6-FCBC-AC4F-DCAE-EBA2416F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70948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7B769-5CBB-3064-4FED-A4E006F50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19BD8-7EAD-F882-F4E5-D5D363EB4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CD9B-BE88-AAB7-34F3-EB6F8BD1A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7462A-4F9E-7796-3958-ED7B394A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BB0C-C4EE-5293-B7D2-A7EAC03C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68991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AB31E-8064-B9A5-D8DF-E3855E55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2B269-4FD5-B095-62E9-6DBF86F7A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8C21-A775-F85F-0F9D-1739BDAE6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9244E-1F15-47BB-89ED-17CF781BEE74}" type="datetimeFigureOut">
              <a:rPr lang="en-GH" smtClean="0"/>
              <a:t>24/03/2024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64264-B64D-9723-C1E7-12D790CA7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622A7-4978-0117-6329-3AF8D22EC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B5AA1-83BA-4580-B8AE-FA37E5DEBE6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3306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1019-41C7-DE87-DCEE-632C0750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46976" cy="177744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Mid semester exams</a:t>
            </a:r>
            <a:br>
              <a:rPr lang="en-US" sz="3200" b="1" dirty="0"/>
            </a:b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System Generation, Transmission and Distribution</a:t>
            </a:r>
            <a:br>
              <a:rPr lang="en-US" sz="3200" dirty="0"/>
            </a:br>
            <a:r>
              <a:rPr lang="en-US" sz="3200" dirty="0"/>
              <a:t>Electrical engineering, Level 300</a:t>
            </a:r>
            <a:br>
              <a:rPr lang="en-US" sz="3200" dirty="0"/>
            </a:br>
            <a:r>
              <a:rPr lang="en-US" sz="3200" dirty="0"/>
              <a:t>Time: 1HR</a:t>
            </a:r>
            <a:endParaRPr lang="en-GH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770E-C638-13A1-1731-1A0F3067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8" y="2345578"/>
            <a:ext cx="114120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Q1: 10marks</a:t>
            </a:r>
          </a:p>
          <a:p>
            <a:pPr marL="514350" indent="-514350">
              <a:buAutoNum type="alphaLcPeriod"/>
            </a:pPr>
            <a:r>
              <a:rPr lang="en-US" dirty="0"/>
              <a:t>Differentiate between conventional and non-conventional energy sources.</a:t>
            </a:r>
          </a:p>
          <a:p>
            <a:pPr marL="0" indent="0">
              <a:buNone/>
            </a:pPr>
            <a:r>
              <a:rPr lang="en-US" dirty="0"/>
              <a:t>b. Explain in detail how power can generated from any 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.  conventional source you know (only one)</a:t>
            </a:r>
          </a:p>
          <a:p>
            <a:pPr marL="0" indent="0">
              <a:buNone/>
            </a:pPr>
            <a:r>
              <a:rPr lang="en-US" dirty="0"/>
              <a:t>ii. Non conventional  (only one)</a:t>
            </a:r>
          </a:p>
          <a:p>
            <a:pPr marL="0" indent="0">
              <a:buNone/>
            </a:pPr>
            <a:r>
              <a:rPr lang="en-US" dirty="0"/>
              <a:t>c. Give two advantages and disadvantages each of the sources mentioned in (b)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55656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770E-C638-13A1-1731-1A0F3067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30" y="131294"/>
            <a:ext cx="11412070" cy="64667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Q2: 10marks</a:t>
            </a:r>
          </a:p>
          <a:p>
            <a:pPr marL="0" indent="0">
              <a:buNone/>
            </a:pPr>
            <a:r>
              <a:rPr lang="en-US" dirty="0"/>
              <a:t>a. As a power engineer, explain how the following factors can be used to reduce losses.</a:t>
            </a:r>
          </a:p>
          <a:p>
            <a:pPr marL="571500" indent="-571500">
              <a:buAutoNum type="romanLcPeriod"/>
            </a:pPr>
            <a:r>
              <a:rPr lang="en-US" dirty="0"/>
              <a:t>Transmission line voltage level</a:t>
            </a:r>
          </a:p>
          <a:p>
            <a:pPr marL="571500" indent="-571500">
              <a:buAutoNum type="romanLcPeriod"/>
            </a:pPr>
            <a:r>
              <a:rPr lang="en-US" dirty="0"/>
              <a:t>Load factor</a:t>
            </a:r>
          </a:p>
          <a:p>
            <a:pPr marL="571500" indent="-571500">
              <a:buAutoNum type="romanLcPeriod"/>
            </a:pPr>
            <a:r>
              <a:rPr lang="en-US" dirty="0"/>
              <a:t>Plant capacity factor</a:t>
            </a:r>
          </a:p>
          <a:p>
            <a:pPr marL="571500" indent="-571500">
              <a:buAutoNum type="romanLcPeriod"/>
            </a:pPr>
            <a:r>
              <a:rPr lang="en-US" dirty="0"/>
              <a:t>Power factor</a:t>
            </a:r>
          </a:p>
          <a:p>
            <a:pPr marL="571500" indent="-571500">
              <a:buAutoNum type="romanLcPeriod"/>
            </a:pPr>
            <a:r>
              <a:rPr lang="en-US" dirty="0"/>
              <a:t>Diversity factor</a:t>
            </a:r>
          </a:p>
          <a:p>
            <a:pPr marL="571500" indent="-571500">
              <a:buAutoNum type="romanL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Q3: 10 marks</a:t>
            </a:r>
          </a:p>
          <a:p>
            <a:pPr marL="0" indent="0">
              <a:buNone/>
            </a:pPr>
            <a:r>
              <a:rPr lang="en-US" dirty="0"/>
              <a:t>As a power engineer you are to build a power plant, explain 3 factors you will consider in selecting </a:t>
            </a:r>
          </a:p>
          <a:p>
            <a:pPr marL="571500" indent="-571500">
              <a:buAutoNum type="romanLcPeriod"/>
            </a:pPr>
            <a:r>
              <a:rPr lang="en-US" dirty="0"/>
              <a:t>The site for the plant</a:t>
            </a:r>
          </a:p>
          <a:p>
            <a:pPr marL="571500" indent="-571500">
              <a:buAutoNum type="romanLcPeriod"/>
            </a:pPr>
            <a:r>
              <a:rPr lang="en-US" dirty="0"/>
              <a:t>The capacity of the plant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84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146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Mid semester exams Power System Generation, Transmission and Distribution Electrical engineering, Level 300 Time: 1HR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AUGUSTINE AWAAFO</dc:creator>
  <cp:lastModifiedBy>AUGUSTINE AWAAFO</cp:lastModifiedBy>
  <cp:revision>4</cp:revision>
  <dcterms:created xsi:type="dcterms:W3CDTF">2024-03-24T23:28:42Z</dcterms:created>
  <dcterms:modified xsi:type="dcterms:W3CDTF">2024-03-24T23:38:46Z</dcterms:modified>
</cp:coreProperties>
</file>